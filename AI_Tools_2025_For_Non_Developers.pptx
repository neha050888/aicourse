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1 – Introduction to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AI Tools 2025 – For Non-Developers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Welcome to a practical, friendly tour of modern AI tools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You’ll learn to ideate, create, and automate without coding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Course roadmap: 10 modules, hands-on demos,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Futuristic AI illustration with gradient background and neon circuit overlay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Welcome to AI Tools 2025 for Non-Developers. Over the next few hours, we’ll explore the tools, workflows, and creative possibilities that help anyone harness AI without writing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Background slow-moving gradient, title slide-in, icon subtle pulse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1 – Introduction to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How AI Evolved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1950s: Turing Test sparks AI imagination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2010s: Deep learning unlocks image and speech breakthroughs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2020s: Generative AI enables content, code, and creativity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Three-point timeline graphic with milestone icons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Let’s ground ourselves with a quick history. From Turing’s questions to today’s generative models, AI has steadily become more capable and accessible.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Timeline elements fade in sequentially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1 – Introduction to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Types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Narrow AI excels at specific tasks like chatbots and recommenders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General AI is theoretical systems matching human versatility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Super AI would surpass human intelligence—still speculative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Three-column icons for assistant, brain, and rocket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Most tools we use are narrow AI—specialists. General and super AI remain future concepts, helping us frame what’s possible today versus tomorrow.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Columns pop up one after another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1 – Introduction to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AI Impact on Work and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Automates repetitive office tasks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Enhances personal productivity with planning and reminders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Unlocks data-driven decisions for small businesses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Split screen of office desk, smartphone, and bar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AI is now an everyday co-worker—drafting emails, summarizing meetings, and surfacing insights so you can focus on higher-value thinking.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Charts slide from bottom, icons fade 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1 – Introduction to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Real-World AI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Healthcare: triage chatbots and imaging support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Finance: fraud detection and customer service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Social media: personalized feeds and smart moderation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Industry icons for stethoscope, shield, and hashtag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Across industries, AI quietly powers operations—from detecting early fraud to curating feeds that keep audiences engaged.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Icons perform gentle spin-in with text fade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1 – Introduction to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Module 1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AI is now practical, not futuristic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Narrow AI powers today’s tools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Impact spans work, creativity, and daily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Checklist graphic with AI glow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Remember: AI is already delivering value, especially via narrow tools you’ll start using right away.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Checklist ticks animate sequentially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2 – Essential AI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Why AI Assistants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Speed up research and brainstorming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Offer a 24/7 idea partner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Simplify communication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Chat bubbles orbiting a central assistant icon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AI assistants extend your brainpower—ideal for drafting, planning, or checking ideas anytime.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Floating chat bubbles with slow upward motion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2 – Essential AI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ChatGPT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Conversational interface for text, images, and files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Great for drafts, workflows, and explainer scripts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Use system prompts to set tone and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Chat window mockup with purple accents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ChatGPT is your generalist partner. Define roles like marketing strategist to control tone and detail.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Chat bubbles type in from left and right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2 – Essential AI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Claude by Anthropic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Handles long context ideal for large documents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Strong safety guardrails and thoughtful responses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Use for policy drafts and knowledge bases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Document stack with friendly AI avatar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Claude excels when you need careful reasoning over long documents, making it a favorite for policy and research tasks.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Document stack slides in, avatar fades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2 – Essential AI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Google 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Multimodal: text, images, and video prompts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Deep integration with Google services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Summarizes Drive files and emails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Icon cluster for camera, doc, and play button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Gemini shines when you want AI insights across Gmail, Docs, or Slides—everything in one ecosystem.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Icons rotate with gentle zoom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2 – Essential AI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Microsoft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Embedded in Word, Excel, and Teams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Drafts content and analyzes spreadsheets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Summarizes meetings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Office suite icons linked to Copilot badge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Microsoft Copilot lives where your work already happens, so it can draft documents or summarize Teams meetings with just a prompt.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Connector lines draw in; icons fade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2 – Essential AI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Module 2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ChatGPT is the versatile creative partner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Claude delivers long-form thoughtful analysis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Gemini and Copilot offer tight productivity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Two-by-two comparison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Mix assistants based on context: creativity, depth, or office integration. Use the best co-pilot for each task.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Grid tiles staggered fade 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3 – AI for Writing and 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Why Use AI for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Accelerate ideation and drafting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Maintain brand voice consistently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Personalize messages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Laptop with social icons orbiting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AI removes blank-page fear and keeps your messaging cohesive across every channel.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Orbiting icons with slow rotation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3 – AI for Writing and 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ChatGPT for Copywriting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Generate campaign angles, hooks, and calls to action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Use custom instructions for brand tone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Refine drafts with step-by-step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Prompt and result split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Give ChatGPT context—audience, tone, and desired outcome—and iterate. Think of it as a creative copy partner.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Prompt box slides in left, output right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3 – AI for Writing and 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Jasper for Marketing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Templates for ads, emails, and landing pages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Brand voice library shared across teammates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Campaign collaboration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Dashboard mockup with brand palette chips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Jasper scales marketing output by packaging templates and brand voices so teams stay aligned.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Dashboard zoom-in with highlight sweeps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3 – AI for Writing and 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Grammarly and Notion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Grammarly provides tone detector and rewrite suggestions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Notion AI summarizes notes and creates briefs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Combine them for polished, structured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Two app cards connected via arrow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Use Grammarly to refine the language and Notion AI to organize the thinking—quality plus clarity.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Cards slide from opposite sides and link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3 – AI for Writing and 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Social Media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Draft captions, hashtags, and replies instantly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Repurpose blog posts into threads and carousels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Schedule using AI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Instagram, TikTok, and Twitter icons with sparkle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Feed AI your pillar content. Ask for variations tailored to each platform’s style and length.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Icons pop in sequentially with sparkle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3 – AI for Writing and 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Blog and Newsletter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Outline, draft, and edit using AI loops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Insert data or quotes manually for authenticity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Use AI to brainstorm titles and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Three-step vertical workflow infographic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Structure comes first: ask AI for outlines, then expand, then refine. You stay editor-in-chief.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Steps ascend with fade-up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3 – AI for Writing and 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Module 3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Templates plus prompts equal efficient writing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Pair ideation tools with editing tools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Always inject brand personality manually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Checklist with pen icon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Use AI for speed, you for strategy. That balance keeps content authentic.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Checkmarks animate in order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4 – AI for Images and Logos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Visual Creation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AI art delivers fast mood boards and concepts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Combine AI output with manual polish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Keep brand colors consistent (#4F46E5, #FBBF24, #10B981)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Palette swatches with abstract AI 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AI visuals jumpstart ideation; you decide final polish to stay on-brand.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Palette swatches slide in; art fades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4 – AI for Images and Logos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DALL·E for Concept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Text prompts create unique illustrations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Include camera angles and styles in prompts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Upscale outputs for presentations or posts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Prompt example with resulting artwork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Prompt with style cues like flat illustration, warm lighting, minimalist icons to guide DALL·E precisely.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Before and after cards flip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4 – AI for Images and Logos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Canva Magic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Generate images and edit with drag-and-drop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Brand kits ensure color and font consistency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Quick resizing for multiple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Canva interface screenshot with brand kit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Canva bridges AI generation and final layout—perfect for non-designers needing branded assets fast.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Interface zoom pan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4 – AI for Images and Logos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Adobe Firefly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Text-to-image plus generative fill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Licensed training data for commercial safety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Integrates with Photoshop and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Firefly logo with Photoshop 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Firefly is ideal when you need safe-to-use visuals and seamless Adobe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Logo glow pulse with canvas fade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4 – AI for Images and Logos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Leonardo AI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Fine-tune styles and save prompt presets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Great for game, futuristic, stylized looks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Use variations to explore options quickly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Gallery grid with style tags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Leonardo excels at stylized outputs. Save your favorite settings to generate consistent series.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Gallery tiles cascade 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4 – AI for Images and Logos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Module 4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Start with AI concepts, finish with brand polish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Choose tools based on workflow needs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Maintain brand kit for 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Mood board collage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Keep prompts, palettes, and edits aligned—AI as your brainstorming partner, not the final designer.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Collage elements assemble gradually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5 – AI for Video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Why AI for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Democratizes editing and animation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Reuse scripts across multiple formats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Add AI voiceovers quickly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Play button with waveform and camera icon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Video no longer requires a studio. AI lets you storyboard, edit, and narrate inside a browser.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Play button pulses, waveform scrolls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5 – AI for Video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Runway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Text-to-video and powerful video editing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Background removal and motion tracking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Ideal for concept teasers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Runway interface screenshot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Runway’s magic tools let you replace backgrounds or animate concepts with minimal effort.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Interface elements slide in sequentially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5 – AI for Video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CapCut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Templates plus auto captions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Drop in AI voice or TikTok-style edits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Export directly to social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CapCut mobile UI with caption overlay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CapCut keeps trends within reach—use templates, add your AI-generated script, and publish fast.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Vertical swipe transition effect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5 – AI for Video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Pika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Animate still images with prompts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Cinematic camera motion presets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Great for short loops or 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Still image transforming into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Pika turns static art into motion. Think cinemagraphs without complex software.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Image morph demonstration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5 – AI for Video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Canva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Combine footage, text, and AI-generated clips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Brand kit ensures uniform fonts and colors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Quick resizing for Reels, Shorts, and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Canva timeline with brand palette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Canva Video gives you drag-and-drop editing plus AI media—all within your existing brand kit.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Timeline scrubber animates across track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5 – AI for Video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Module 5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Mix text-to-video with template editors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Keep scripts, visuals, and voice cohesive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Optimize aspect ratios per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Three-device mockup (phone, tablet, laptop)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Design once, adapt everywhere. AI video tools make omnichannel storytelling manageable.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Devices slide from center outward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6 – AI for Productivity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Smart Workflows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Automate notes, documents, and messages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Reduce meeting fatigue with summaries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Keep teams aligned with AI assistants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Office desk with floating AI icons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Let AI handle the admin so you can focus on decisions, not documentation.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Icons hover with subtle bob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6 – AI for Productivity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Notion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Summarize research and generate action items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Create knowledge bases from notes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Linked databases and AI equal instant updates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Notion workspace mockup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Use Notion AI to turn messy notes into structured docs and task lists.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Workspace sections highlight sequentially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6 – AI for Productivity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Microsoft 365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Drafts emails, slides, and meeting summaries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Generates Excel insights from raw data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Teams recap with action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Outlook, Word, Excel icons around Copilot badge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Copilot keeps all your Microsoft workstreams connected and summarized effortlessly.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Icons orbit around center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6 – AI for Productivity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Google Workspace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Help me write in Gmail and Docs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Slides auto-layout suggestions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Meet captions plus summaries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Gmail, Docs, and Slides icons with sparkles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Ask Google AI to draft first versions. Customize from there to keep your voice authentic.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Icons float in with glow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6 – AI for Productivity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Zoom AI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Meeting notes and decisions captured automatically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Smart chat during live sessions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Recaps shared instantly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Zoom meeting mockup with notes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No more frantic note-taking—Zoom AI documents key points in real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Notes panel slides up after main image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6 – AI for Productivity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Module 6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AI assistants keep meetings actionable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Draft, summarize, and analyze faster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Integrate within existing office suites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Calendar with checkmarks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Adopt AI copilots wherever you already work. It’s the fastest path to ROI.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Calendar pages flip subtly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7 – AI for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Automation Mindset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Map repetitive tasks and automate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Start small with notifications and data syncs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Iterate using metrics and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Flowchart with gears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Think in workflows: trigger, action, result. AI plus automation keeps teams on autopilot.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Flow arrows draw in sequence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7 – AI for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Zapier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Connect over 6,000 apps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Use AI actions to draft replies and summaries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Build multi-step Zaps for complex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App icons connected via Zapier 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Zapier is your universal connector—link CRM, email, spreadsheets, and AI for seamless handoffs.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Connection lines animate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7 – AI for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Make.com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Visual scenario builder with drag-and-drop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Branching logic, routers, and delay steps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Great for data-heavy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Canvas with connected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Make.com’s canvas lets you visualize every step. Perfect for more advanced automations.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Modules slide into place with connectors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7 – AI for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IFTTT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Simple triggers for IoT, social, and calendars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Great for solo entrepreneurs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Use applets for cross-device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Smartphone with IoT icons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IFTTT is lightweight automation for everyday tasks—ideal when you just need if-this-then-that.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Icons pop with small bounce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7 – AI for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Trello and Asana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Summarize boards and task lists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Predict due dates or workload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Automate status updates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Kanban cards with AI sparkle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Project tools now include AI summaries and smart updates so teams stay aligned without extra meetings.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Cards slide in; sparkles fade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7 – AI for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Module 7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Automate repetitive steps first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Combine AI text actions with workflows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Monitor results and refine triggers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Automation loop icon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Automation is iterative—deploy, learn, tweak. Each improvement saves more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Loop icon rotates slowly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8 – No-Code AI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Building Without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Drag-and-drop builders with AI logic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Prototype internal tools fast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Publish web or mobile apps easily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Tablet displaying app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No-code platforms let you turn ideas into working apps in hours, not weeks.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Cards fan out with fade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8 – No-Code AI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Glide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Transform spreadsheets into mobile apps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AI column for smart responses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Ideal for internal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Glide interface showing sheet and app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Upload a Google Sheet, map fields, and Glide gives you a polished mobile app with AI-enriched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Spreadsheet transitions into phone mockup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8 – No-Code AI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Softr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Build portals and client dashboards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Integrates Airtable and Google Sheets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Add AI blocks for chat or summaries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Web portal mockup with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Softr excels at external-facing portals with secure access plus AI-powered insight blocks.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Sections slide vertically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8 – No-Code AI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Bubble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Full web app builder with workflows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Plugin marketplace for AI APIs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Ideal for MVPs and SaaS prototypes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Bubble canvas with workflow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Bubble handles complex logic—use AI plugins to power chatbots or recommendation engines.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Workflow nodes highlight sequentially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8 – No-Code AI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Vercel and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Deploy no-code or low-code AI apps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Use Vercel templates for chatbots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Built-in analytics and edge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Vercel logo with chatbot widget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Ship AI apps fast using starter kits, then iterate with built-in analytics on Vercel.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Widget slides in; metrics tick up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8 – No-Code AI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Module 8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Match platform to use case (internal vs public)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Leverage AI components for personalization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Launch quickly, gather feedback, iterate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Decision tree graphic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Pick the builder that matches your audience, then let AI features elevate the experience.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Tree branches grow outward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9 – Bonus Free AI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Value from Free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Experiment broadly before upgrading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Combine multiple free tiers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Track usage limits and privacy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Gift icons with tool logos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Free tools are perfect for experimentation—mix and match to cover every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Icons drop in like gifts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9 – Bonus Free AI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Tangy and Gamma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Tangy acts as AI research assistant with citations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Gamma builds narrative slide decks and docs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Great duo for quick presentations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Split card with two tool interfaces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Research with Tangy, then turn findings into polished decks with Gamma in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Cards flip inward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9 – Bonus Free AI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Tome and Blackbox.ai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Tome crafts storytelling decks with AI visuals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Blackbox.ai translates natural language to code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Share snippets with developers even if you don’t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Tome slide preview next to code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Tome creates dynamic, media-rich decks, while Blackbox generates code snippets you can hand to tech partners.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Slide pans; code types in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9 – Bonus Free AI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Llama Community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Open-source chat models like Llama 3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Run locally for privacy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Customize via prompt 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Laptop with llama icon and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Explore community-driven models like Llama for private experiments or custom assistants.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Terminal text scroll effect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9 – Bonus Free AI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Module 9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Free tiers cover research, slides, and code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Watch limits and upgrade when ROI is clear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Mix open models with hosted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Budget-friendly badge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Prototype with free tools first; invest once you prove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Badge shimmer animation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10 – Final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Final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Choose one: social pack, brand kit, chatbot app, or mini site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Apply AI tools end-to-end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Document workflow and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Project cards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Your capstone synthesizes everything—pick a project that excites you and showcase your AI-powered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Cards stagger in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10 – Final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Project Option: Social Media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Plan content pillars and weekly cadence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Use ChatGPT or Jasper for copy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Design visuals or short clips in Canva or Runway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Carousel mockups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Create a week of social posts with AI copy plus branded visuals, ready to schedule.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Carousel slides swipe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10 – Final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Project Option: Logo and Brand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Generate concept directions in DALL·E or Firefly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Transfer final assets into a Canva brand kit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Deliver logo, pattern, and mockups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Logo board with color swatches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Generate logo directions, then refine and package assets into a cohesive brand kit.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Swatches fade; logo scales up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10 – Final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Project Option: Chatbot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Use Glide or Softr for front-end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Hook ChatGPT API or Llama model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Provide onboarding instructions and FAQs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Chat interface screenshot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Build a no-code chatbot that answers FAQs or guides users through a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Chat bubbles animate typing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10 – Final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Project Option: Mini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Draft sections with Notion AI or Tome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Build in Bubble or deploy via Vercel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Include contact form and clear CTA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Responsive site mockup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Launch a simple AI-powered site showcasing services, portfolio, or a lead magnet.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Desktop-to-mobile responsive animation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10 – Final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Execution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Plan: objectives, audience, brand voice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Build: leverage relevant AI tools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Review: gather peer feedback and polish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Showcase: record short walkthrough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Checklist with icons per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Follow this loop—plan, build, review, showcase—to turn your idea into a polished deliverable.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Icons appear as steps highlight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10 – Final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Presenting Your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Include before-and-after or AI prompt samples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Highlight tool stack and lessons learned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Share metrics or qualitative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Presentation slide mockup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Tell the story of how AI accelerated your workflow. Show prompts, outputs, and the final impact.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Slide elements fade from left and right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Module 10 – Final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Slide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4F46E5"/>
                </a:solidFill>
                <a:latin typeface="Montserrat"/>
              </a:rPr>
              <a:t>Course Wrap-Up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You can ideate, design, and automate with AI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Keep experimenting with new assistants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Join communities and share best practices</a:t>
            </a:r>
          </a:p>
          <a:p>
            <a:pPr>
              <a:defRPr sz="2200">
                <a:solidFill>
                  <a:srgbClr val="172439"/>
                </a:solidFill>
                <a:latin typeface="Open Sans"/>
              </a:defRPr>
            </a:pPr>
            <a:r>
              <a:t>Plan ongoing learning or certification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Poppins"/>
              </a:rPr>
              <a:t>Suggested Visuals / Icons / Images</a:t>
            </a:r>
          </a:p>
          <a:p>
            <a:pPr>
              <a:defRPr sz="1800">
                <a:solidFill>
                  <a:srgbClr val="172439"/>
                </a:solidFill>
                <a:latin typeface="Open Sans"/>
              </a:defRPr>
            </a:pPr>
            <a:r>
              <a:t>Celebration graphic with confetti in brand colors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  <a:latin typeface="Poppins"/>
              </a:rPr>
              <a:t>AI Voice Narration Script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Congrats! You now have a toolkit to build smarter workflows and creative projects with AI. Keep exploring and share your wins.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525780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F46E5"/>
                </a:solidFill>
                <a:latin typeface="Poppins"/>
              </a:rPr>
              <a:t>Suggested Motion / Animation</a:t>
            </a:r>
          </a:p>
          <a:p>
            <a:pPr>
              <a:defRPr sz="1600">
                <a:solidFill>
                  <a:srgbClr val="172439"/>
                </a:solidFill>
                <a:latin typeface="Open Sans"/>
              </a:defRPr>
            </a:pPr>
            <a:r>
              <a:t>Confetti animation with text fade-up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